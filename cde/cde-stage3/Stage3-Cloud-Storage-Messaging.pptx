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3: Cloud Storage &amp; Messaging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LocalStack S3, Moto, and SQS/SNS — landing and announcing order events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Engineering  |  Module 2: Ingestion &amp; Orchestration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stage fits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A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810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79192" y="2240280"/>
            <a:ext cx="265176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2971800" y="173736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A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810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148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Docker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10912" y="2240280"/>
            <a:ext cx="265176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5303520" y="173736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0" y="1810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148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Messaging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42632" y="2240280"/>
            <a:ext cx="265176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7635240" y="173736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35240" y="1810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2148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74352" y="2240280"/>
            <a:ext cx="265176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9966960" y="173736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66960" y="1810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966960" y="2148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200400"/>
            <a:ext cx="10698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1-2 were standalone: one toy dataset each, learn the tool, move 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is different — it's the first stage of the actual pipeline, not a tool-literacy exercise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lands here (an e-commerce order-events dataset) is what Stage 4 streams, Stage 5 processes, and Stage 7 eventually monitors with a model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also the first time multiple simulated cloud services run together at once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scenario: e-commerce order events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here through Stage 7, every stage works against the same story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store generates order events — someone places an order, it ships, it's delivered, sometimes it's cancelled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3's job: land those events in cloud storage, and announce each one so other systems can react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will pick up the streaming side of this same story; Stage 5 will process what's landed here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92240" y="160020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EA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0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 event (JSON)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0574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order_id, customer_id, order_timestamp,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region, category, product,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quantity, unit_price,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payment_method, shipping_method,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7091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LocalStack actually is, in one line: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emulator that runs real S3/SQS/SNS-shaped APIs on your machine — your boto3 code talks to it exactly like real AWS, minus the AWS bill.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via LocalStack — landing the data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is object storage: a bucket holds files (objects), addressed by a key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schema, no rows — you're storing raw JSON files as they arrive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you'll use for the rest of this course: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boto3 client → point endpoint_url at LocalStack → same calls as real AWS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stage: create a bucket, upload a batch of order-event files, list and read them back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0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EA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977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script                    LocalStack (localhost:4566)                    S3 bucket "orders-raw"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4480560"/>
            <a:ext cx="29260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526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boto3.client(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's3',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endpoint_url=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'http://localhost:4566')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0" y="4846320"/>
            <a:ext cx="146304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0" y="4480560"/>
            <a:ext cx="237744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0" y="4526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put_object()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get_object()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list_objects_v2()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55280" y="4846320"/>
            <a:ext cx="1463040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0" y="4480560"/>
            <a:ext cx="1737360" cy="9144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509760" y="45262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orders-raw/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2026-09-06/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order_0001.json ...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 vs. LocalStack — mock vs. emulator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let you write boto3 code without touching real AWS — but they solve different problems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point where it's worth seeing them side by side, now that S3-via-LocalStack is solid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EA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788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in-process — no server, no network call at all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Intercepts boto3 calls in Python itself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built for unit tests that run hundreds of times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behave identically to real AWS in every edge case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for: testing your pipeline code in CI/CD, fast and disposable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265176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788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LocalStack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20040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an actual local server (Docker), on localhost:4566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network call happens — closer to production behavior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Moto, but the emulation is far more faithful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you've been using all through this stage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for: hands-on learning and demos where realism matters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SQS &amp; SNS — announcing each order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a file in S3 is silent — nothing else in the system knows it happened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(topic) broadcasts a message; SQS (queue) holds messages for something to pick up later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here reuses the same boto3-client-against-LocalStack habit from S3 — new service, same muscle memory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stage: publish an "order placed" notification to an SNS topic, fan it out to an SQS queue, and read it back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74904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EA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886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lands in S3  →  publish to SNS topic  →  fan out to SQS queue  →  a consumer reads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2286000" cy="11887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343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36392" y="4846320"/>
            <a:ext cx="265176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4343400"/>
            <a:ext cx="2286000" cy="1188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4343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topic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"order-events"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42432" y="4846320"/>
            <a:ext cx="265176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0" y="4343400"/>
            <a:ext cx="2286000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4343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queue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"order-queue"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48472" y="4846320"/>
            <a:ext cx="265176" cy="27432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8641080" y="4343400"/>
            <a:ext cx="2286000" cy="1188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41080" y="4343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reads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gotcha every beginner hits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says AccessDenied / connection refused, but I copied the AWS docs exactly."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cause: the boto3 client has no endpoint_url set, so it's quietly trying to reach real AWS — where you have no bucket, no credentials, and (correctly) no access.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4612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LocalStack client in this stage must set endpoint_url="http://localhost:4566" — real AWS SDKs have no idea LocalStack exists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most common: LocalStack container isn't running (docker compose up -d) — check with docker ps before debugging your Python code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Third: region mismatch — LocalStack defaults to us-east-1; if your script sets a different region, bucket lookups can silently fail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connects, and what's next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lands in S3, gets announced through SNS/SQS — that's the whole job of this stage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picks up the same order-events story and adds streaming: Kinesis, Lambda reacting to events, and change-data-capture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and scenario are now locked in through Stage 7 — every later stage builds on what's in orders-raw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open the Lab Guide (DOCX) and start Setup, Step 1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2026-09-06T14:08:53Z</dcterms:created>
  <dcterms:modified xsi:type="dcterms:W3CDTF">2026-09-06T14:08:53Z</dcterms:modified>
</cp:coreProperties>
</file>